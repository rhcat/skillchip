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/Relationships>
</file>

<file path=ppt/slides/_rels/slide1.xml.rels><?xml version="1.0" encoding="UTF-8" standalone="yes"?>
<Relationships xmlns="http://schemas.openxmlformats.org/package/2006/relationships"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p>
            <a:r>
              <a:t>Hello skillChip</a:t>
            </a:r>
          </a:p>
        </p:txBody>
      </p:sp>
    </p:spTree>
  </p:cSld>
  <p:clrMapOvr>
    <a:masterClrMapping/>
  </p:clrMapOvr>
</p:sld>
</file>